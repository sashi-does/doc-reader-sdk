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 Reader SDK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universal document text extraction SDK for 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PDF, DOCX, XLSX, PPTX</a:t>
            </a:r>
          </a:p>
          <a:p>
            <a:r>
              <a:t>CSV, TSV, JSON, JSONL</a:t>
            </a:r>
          </a:p>
          <a:p>
            <a:r>
              <a:t>TXT, MD, HTML, XML, RTF, EPUB, ZIP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Streaming for large files</a:t>
            </a:r>
          </a:p>
          <a:p>
            <a:r>
              <a:t>Auto encoding detection</a:t>
            </a:r>
          </a:p>
          <a:p>
            <a:r>
              <a:t>Chunk-based extraction</a:t>
            </a:r>
          </a:p>
          <a:p>
            <a:r>
              <a:t>Type-safe TypeScript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{ readDoc } from doc-reader-sdk</a:t>
            </a:r>
          </a:p>
          <a:p>
            <a:r>
              <a:t>const result = await readDoc(file.pdf)</a:t>
            </a:r>
          </a:p>
          <a:p>
            <a:r>
              <a:t>console.log(result.content)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